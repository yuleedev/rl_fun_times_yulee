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0130DA-6C9B-4F58-803C-1194A2AB4763}">
  <a:tblStyle styleId="{DC0130DA-6C9B-4F58-803C-1194A2AB47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9094bef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e9094bef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e9cb8899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e9cb8899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9cb88998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9cb88998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9cb88998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e9cb88998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647700" y="169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{DC0130DA-6C9B-4F58-803C-1194A2AB4763}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" name="Google Shape;55;p13"/>
          <p:cNvSpPr/>
          <p:nvPr/>
        </p:nvSpPr>
        <p:spPr>
          <a:xfrm>
            <a:off x="2985450" y="770263"/>
            <a:ext cx="539700" cy="39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233125" y="1119750"/>
            <a:ext cx="539700" cy="529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1058950" y="2247725"/>
            <a:ext cx="7152300" cy="27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 each cell skipping the left most, j in [1, 2, 3] = 1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If cell(j) = 0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then skip, nothing here to shift, continue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 each cell going backwards from j - 1 to 0, k in [j-1, j-2, … 0] = [0] = 0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If cell(k) = 0, nothing blocking, shift value left</a:t>
            </a:r>
            <a:endParaRPr sz="12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then cell(k) = cell(k + 1) and cell(k + 1) = 0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Else If cell(k) = cell(k + 1), blocking but equal so double and shift</a:t>
            </a:r>
            <a:endParaRPr sz="12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then cell(k) = cell(k)^2 and cell(k + 1) = 0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	Else, blocking, no match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		Pass, do nothing, continue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	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821250" y="190300"/>
            <a:ext cx="17826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Left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Google Shape;63;p14"/>
          <p:cNvGraphicFramePr/>
          <p:nvPr/>
        </p:nvGraphicFramePr>
        <p:xfrm>
          <a:off x="647700" y="169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{DC0130DA-6C9B-4F58-803C-1194A2AB4763}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4" name="Google Shape;64;p14"/>
          <p:cNvSpPr/>
          <p:nvPr/>
        </p:nvSpPr>
        <p:spPr>
          <a:xfrm>
            <a:off x="4898350" y="990613"/>
            <a:ext cx="539700" cy="39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6661050" y="1096475"/>
            <a:ext cx="539700" cy="529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058950" y="2247725"/>
            <a:ext cx="7152300" cy="27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 each cell skipping the </a:t>
            </a:r>
            <a:r>
              <a:rPr lang="en" sz="1200">
                <a:solidFill>
                  <a:schemeClr val="dk2"/>
                </a:solidFill>
              </a:rPr>
              <a:t>rightmost</a:t>
            </a:r>
            <a:r>
              <a:rPr lang="en" sz="1200">
                <a:solidFill>
                  <a:schemeClr val="dk2"/>
                </a:solidFill>
              </a:rPr>
              <a:t> going backwards, j in [2, 1, 0] = 0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If cell(j) = 0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then skip, nothing here to shift, continue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 each cell going right from j + 1 to 3, k in [j+1, j+2, … 3] = [1, 2, 3] = 3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If cell(k) = 0, nothing blocking, shift value right</a:t>
            </a:r>
            <a:endParaRPr sz="12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then cell(k) = cell(k - 1) and cell(k - 1) = 0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Else If cell(k) = cell(k - 1), blocking but equal so double and shift</a:t>
            </a:r>
            <a:endParaRPr sz="12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then cell(k) = cell(k)^2 and cell(k - 1) = 0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	Else, blocking, no match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		Pass, do nothing, continue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	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821250" y="190300"/>
            <a:ext cx="17826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Right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2991900" y="985800"/>
            <a:ext cx="5951700" cy="27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 each cell skipping the topmost cell going downward, j in [1, 2, 3] = 2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If cell(j) = 0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then skip, nothing here to shift, continue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 each cell going upward from j - 1 to 0, k in [j-1, j-2, … 0] = [1, 0] = 0</a:t>
            </a:r>
            <a:endParaRPr sz="1200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If cell(k) = 0, nothing blocking, shift value up</a:t>
            </a:r>
            <a:endParaRPr sz="12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then cell(k) = cell(k + 1) and cell(k + 1) = 0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Else If cell(k) = cell(k + 1), blocking but equal so double and shift</a:t>
            </a:r>
            <a:endParaRPr sz="12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then cell(k) = cell(k)^2 and cell(k + 1) = 0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	Else, blocking, no match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		Pass, do nothing, continue</a:t>
            </a:r>
            <a:endParaRPr sz="120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5"/>
          <p:cNvGraphicFramePr/>
          <p:nvPr/>
        </p:nvGraphicFramePr>
        <p:xfrm>
          <a:off x="1323050" y="105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{DC0130DA-6C9B-4F58-803C-1194A2AB4763}</a:tableStyleId>
              </a:tblPr>
              <a:tblGrid>
                <a:gridCol w="749075"/>
              </a:tblGrid>
              <a:tr h="49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4" name="Google Shape;74;p15"/>
          <p:cNvSpPr/>
          <p:nvPr/>
        </p:nvSpPr>
        <p:spPr>
          <a:xfrm>
            <a:off x="380550" y="1552600"/>
            <a:ext cx="440700" cy="52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776725" y="1056425"/>
            <a:ext cx="440700" cy="52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821250" y="190300"/>
            <a:ext cx="17826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Up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2991900" y="985800"/>
            <a:ext cx="5681400" cy="27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 each cell skipping the bottom most cell counting backward, j in [2, 1, 0] = 2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If cell(j) = 0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then skip, nothing here to shift, continue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 each cell down right from j + 1 to 3, k in [j+1, j+2, … 3] = [3] = 3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If cell(k) = 0, nothing blocking, shift value down</a:t>
            </a:r>
            <a:endParaRPr sz="12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then cell(k) = cell(k - 1) and cell(k - 1) = 0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Else If cell(k) = cell(k - 1), blocking but equal so double and shift</a:t>
            </a:r>
            <a:endParaRPr sz="12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then cell(k) = cell(k)^2 and cell(k - 1) = 0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	Else, blocking, no match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		Pass, do nothing, continue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	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	</a:t>
            </a:r>
            <a:endParaRPr sz="1200">
              <a:solidFill>
                <a:schemeClr val="dk2"/>
              </a:solidFill>
            </a:endParaRPr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1323050" y="105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{DC0130DA-6C9B-4F58-803C-1194A2AB4763}</a:tableStyleId>
              </a:tblPr>
              <a:tblGrid>
                <a:gridCol w="749075"/>
              </a:tblGrid>
              <a:tr h="49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3" name="Google Shape;83;p16"/>
          <p:cNvSpPr/>
          <p:nvPr/>
        </p:nvSpPr>
        <p:spPr>
          <a:xfrm>
            <a:off x="430625" y="2048775"/>
            <a:ext cx="440700" cy="52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731125" y="2544950"/>
            <a:ext cx="440700" cy="52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821250" y="190300"/>
            <a:ext cx="17826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Down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